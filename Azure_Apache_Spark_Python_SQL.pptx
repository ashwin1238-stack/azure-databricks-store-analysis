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Azure Apache Spark with Python and 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Architecture, Concepts, and Use Cases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Apache Spark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Apache Spark is an open-source distributed data processing framework</a:t>
            </a:r>
          </a:p>
          <a:p>
            <a:pPr lvl="1"/>
            <a:r>
              <a:t>Designed for big data analytics and fast in-memory computation</a:t>
            </a:r>
          </a:p>
          <a:p>
            <a:pPr lvl="1"/>
            <a:r>
              <a:t>Supports batch processing, streaming, machine learning, and graph processing</a:t>
            </a:r>
          </a:p>
          <a:p>
            <a:pPr lvl="1"/>
            <a:r>
              <a:t>Commonly used with Python (PySpark) and SQL (Spark SQL)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Spark on Microsoft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Azure provides managed Spark services for big data processing</a:t>
            </a:r>
          </a:p>
          <a:p>
            <a:pPr lvl="1"/>
            <a:r>
              <a:t>Azure Databricks: Fully managed Apache Spark-based analytics platform</a:t>
            </a:r>
          </a:p>
          <a:p>
            <a:pPr lvl="1"/>
            <a:r>
              <a:t>Azure Synapse Analytics: Spark pools for large-scale data analytics</a:t>
            </a:r>
          </a:p>
          <a:p>
            <a:pPr lvl="1"/>
            <a:r>
              <a:t>Tight integration with Azure Storage, Data Lake, and security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with Apache Spark (PySpark)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PySpark is the Python API for Apache Spark</a:t>
            </a:r>
          </a:p>
          <a:p>
            <a:pPr lvl="1"/>
            <a:r>
              <a:t>Allows developers to write Spark applications using Python syntax</a:t>
            </a:r>
          </a:p>
          <a:p>
            <a:pPr lvl="1"/>
            <a:r>
              <a:t>Used for data transformation, analysis, and machine learning</a:t>
            </a:r>
          </a:p>
          <a:p>
            <a:pPr lvl="1"/>
            <a:r>
              <a:t>Integrates with popular Python libraries such as Pandas and NumPy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Spark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Spark SQL allows querying structured data using SQL syntax</a:t>
            </a:r>
          </a:p>
          <a:p>
            <a:pPr lvl="1"/>
            <a:r>
              <a:t>Works with DataFrames and tables</a:t>
            </a:r>
          </a:p>
          <a:p>
            <a:pPr lvl="1"/>
            <a:r>
              <a:t>Supports Hive-compatible queries</a:t>
            </a:r>
          </a:p>
          <a:p>
            <a:pPr lvl="1"/>
            <a:r>
              <a:t>Enables business intelligence and reporting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Apache Spark Architecture on Azure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286000" cy="9144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 Sources</a:t>
            </a:r>
          </a:p>
          <a:p>
            <a:r>
              <a:t>(Azure Data Lake, Blob Storage)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137160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Apache Spark Cluster</a:t>
            </a:r>
          </a:p>
          <a:p>
            <a:r>
              <a:t>(Driver &amp; Executors)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371600"/>
            <a:ext cx="2286000" cy="10972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Processing</a:t>
            </a:r>
          </a:p>
          <a:p>
            <a:r>
              <a:t>(PySpark &amp; Spark SQL)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00400" y="1828800.0"/>
            <a:ext cx="457200" cy="9144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943600" y="1920240.0"/>
            <a:ext cx="45720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Big data processing and ETL pipelines</a:t>
            </a:r>
          </a:p>
          <a:p>
            <a:pPr lvl="1"/>
            <a:r>
              <a:t>Real-time data streaming and analytics</a:t>
            </a:r>
          </a:p>
          <a:p>
            <a:pPr lvl="1"/>
            <a:r>
              <a:t>Machine learning and data science workloads</a:t>
            </a:r>
          </a:p>
          <a:p>
            <a:pPr lvl="1"/>
            <a:r>
              <a:t>Business intelligence using SQL queries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of Using Spark on Azure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Scalable and high-performance data processing</a:t>
            </a:r>
          </a:p>
          <a:p>
            <a:pPr lvl="1"/>
            <a:r>
              <a:t>Fully managed services reduce operational overhead</a:t>
            </a:r>
          </a:p>
          <a:p>
            <a:pPr lvl="1"/>
            <a:r>
              <a:t>Supports multiple languages: Python, SQL, Scala, Java</a:t>
            </a:r>
          </a:p>
          <a:p>
            <a:pPr lvl="1"/>
            <a:r>
              <a:t>Seamless integration with Azure ecosystem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